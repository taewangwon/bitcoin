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A66490-BC0C-4124-9154-8329F4125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56642D-4BBC-4748-8C1C-ABEEA7C9E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26267C-4B18-4D7F-A94B-72F7DD3F4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5C4D-447D-496D-845E-32ABD24E074E}" type="datetimeFigureOut">
              <a:rPr lang="ko-KR" altLang="en-US" smtClean="0"/>
              <a:t>2025-05-02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FE5CF7-EEFC-4758-8915-69580CA2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1A5748-A7CF-4F22-9D64-F135AAFA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7742-2BEF-4BC1-9CF2-9BFD93EF308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0179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E31D4-EFC3-4E17-A1A3-8068748F8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63526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EF3A68-9009-4E3F-9714-61A6229D9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4066"/>
            <a:ext cx="10515600" cy="531289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016815-527E-406A-9597-06D4E0A6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5C4D-447D-496D-845E-32ABD24E074E}" type="datetimeFigureOut">
              <a:rPr lang="ko-KR" altLang="en-US" smtClean="0"/>
              <a:t>2025-05-02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1C1003-22F4-47CB-AF58-119E2FFD4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554A3D-06DE-425B-98A2-3B1D6A0EB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7742-2BEF-4BC1-9CF2-9BFD93EF308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38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5D12B-5410-4E18-9204-79D907DE8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A12DAC-9390-4590-9D6C-062F6519C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AC864E-F4DF-4FB1-9B2B-CB552B878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5C4D-447D-496D-845E-32ABD24E074E}" type="datetimeFigureOut">
              <a:rPr lang="ko-KR" altLang="en-US" smtClean="0"/>
              <a:t>2025-05-02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8BEBE4-7E8E-4A05-82BE-49EA4F74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33442-68A8-4E82-A810-2DD79729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7742-2BEF-4BC1-9CF2-9BFD93EF308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4727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B6454-A85D-496F-AD4D-80374E50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10442A-4F80-4CE2-840D-8D0E84A12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F46632-773D-4D81-B658-AA2745BCF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BD6C40-3B66-4E24-8428-69D00916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5C4D-447D-496D-845E-32ABD24E074E}" type="datetimeFigureOut">
              <a:rPr lang="ko-KR" altLang="en-US" smtClean="0"/>
              <a:t>2025-05-02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A22EC9-08C5-4365-AD63-89CCDBB3C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AF6023-54FC-46D0-8424-EA162380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7742-2BEF-4BC1-9CF2-9BFD93EF308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870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896F65-11F6-48AC-9BD5-A6108FAB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947B2A-177E-4DB1-A159-860396C7F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5466A1-C470-482E-8AEA-6BD57D84D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20AC0B-31F1-42B2-8444-EFAA693B7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26E3CD-7C9A-4072-8694-E5DFD7544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4B0656-7C75-4293-8A1E-E0F2F2DE7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5C4D-447D-496D-845E-32ABD24E074E}" type="datetimeFigureOut">
              <a:rPr lang="ko-KR" altLang="en-US" smtClean="0"/>
              <a:t>2025-05-02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05968C-12DD-446B-B204-BB613BBD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FF51D0-E44B-45D2-97E1-02D32600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7742-2BEF-4BC1-9CF2-9BFD93EF308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2886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740AE-6D25-4C92-917A-140A5659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50B96A-FFE0-488A-A8DE-FAA23BD55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5C4D-447D-496D-845E-32ABD24E074E}" type="datetimeFigureOut">
              <a:rPr lang="ko-KR" altLang="en-US" smtClean="0"/>
              <a:t>2025-05-02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A23B3D-F831-4E01-B1E8-A9527A7A6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572AC9-7E03-455B-9BD7-D716AC772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7742-2BEF-4BC1-9CF2-9BFD93EF308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35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75DD34-E17E-46CC-923C-B6FEF315A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5C4D-447D-496D-845E-32ABD24E074E}" type="datetimeFigureOut">
              <a:rPr lang="ko-KR" altLang="en-US" smtClean="0"/>
              <a:t>2025-05-02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D45BA5A-872A-444D-A8DE-CCD782D1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1A174-0DE2-4035-9B7C-676BC8DC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7742-2BEF-4BC1-9CF2-9BFD93EF308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929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B5883-35D4-425B-ADB0-048FA6D7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FFD607-B1B4-4D12-A8F1-7AD55E54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DD5EC5-81AC-4EB4-9146-A5827EC06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59DE0B-C79C-4DE9-B2BC-6625D2A0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5C4D-447D-496D-845E-32ABD24E074E}" type="datetimeFigureOut">
              <a:rPr lang="ko-KR" altLang="en-US" smtClean="0"/>
              <a:t>2025-05-02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738C78-7FB2-410D-8829-2FCF7DA2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65B04A-61C7-41A5-8885-0FAABCC33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7742-2BEF-4BC1-9CF2-9BFD93EF308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5165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C01D6F-C87A-44C7-8BED-D306E72E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DD8D71B-4644-4454-A824-AFF5C97314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110AF4-0AB7-4212-9171-DB65E409F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216F7A-A9F9-48C3-9854-EC42368F2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5C4D-447D-496D-845E-32ABD24E074E}" type="datetimeFigureOut">
              <a:rPr lang="ko-KR" altLang="en-US" smtClean="0"/>
              <a:t>2025-05-02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18EB87-2A26-4A7D-8FC9-5FE7B23DE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4C0EB8-D6E4-411C-A305-EBFA49A3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7742-2BEF-4BC1-9CF2-9BFD93EF308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484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F67C9-A774-4D5E-B33C-7157EC7EF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32BE46-0751-4321-851A-8F92549FE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0689D-CF50-45EF-8800-1D900C1C2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5C4D-447D-496D-845E-32ABD24E074E}" type="datetimeFigureOut">
              <a:rPr lang="ko-KR" altLang="en-US" smtClean="0"/>
              <a:t>2025-05-02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ECA5F2-295A-4DA5-ABC5-C0B467E4B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608334-BBE1-46DD-93E9-8FFE0FB50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7742-2BEF-4BC1-9CF2-9BFD93EF308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8386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84A70-38DC-40B1-9BEF-3F62DE2CF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427E9F-2B63-45B4-BAD1-6B0D586FF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6A23C7-54AE-4D09-BBF1-478B10F07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5C4D-447D-496D-845E-32ABD24E074E}" type="datetimeFigureOut">
              <a:rPr lang="ko-KR" altLang="en-US" smtClean="0"/>
              <a:t>2025-05-02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2B5255-1AB7-4688-84CB-5952A177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28E268-687E-45CA-9718-D446F8E6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7742-2BEF-4BC1-9CF2-9BFD93EF308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0160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0F0507B-C911-472C-8D6F-922AB501C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371486-CEF6-4494-A87B-F377B8B45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B455AB-225A-4837-885E-323827B77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45C4D-447D-496D-845E-32ABD24E074E}" type="datetimeFigureOut">
              <a:rPr lang="ko-KR" altLang="en-US" smtClean="0"/>
              <a:t>2025-05-02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BAED85-7E64-4774-96C1-58894AA6D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F9B56-667C-4128-815B-1D9B60B9C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97742-2BEF-4BC1-9CF2-9BFD93EF308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5159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your@email.co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nvidia.com/cuda/ws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nvidia.com/cuda/ws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69C9D-DECD-474B-9C20-8FA74ACE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VS Code Remote </a:t>
            </a:r>
            <a:r>
              <a:rPr lang="ko-KR" altLang="en-US" b="1" dirty="0"/>
              <a:t>개발 환경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B5695A-4BE2-421E-BA20-8747A87CA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4066"/>
            <a:ext cx="10515600" cy="3792601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b="1" dirty="0"/>
              <a:t>왜 </a:t>
            </a:r>
            <a:r>
              <a:rPr lang="en-US" altLang="ko-KR" b="1" dirty="0"/>
              <a:t>Remote </a:t>
            </a:r>
            <a:r>
              <a:rPr lang="ko-KR" altLang="en-US" b="1" dirty="0"/>
              <a:t>개발인가</a:t>
            </a:r>
            <a:r>
              <a:rPr lang="en-US" altLang="ko-KR" b="1" dirty="0"/>
              <a:t>?</a:t>
            </a:r>
            <a:endParaRPr lang="ko-KR" altLang="en-US" dirty="0"/>
          </a:p>
          <a:p>
            <a:pPr lvl="1"/>
            <a:r>
              <a:rPr lang="ko-KR" altLang="en-US" b="1" dirty="0"/>
              <a:t>환경 일관성</a:t>
            </a:r>
            <a:r>
              <a:rPr lang="en-US" altLang="ko-KR" dirty="0"/>
              <a:t>: </a:t>
            </a:r>
            <a:r>
              <a:rPr lang="ko-KR" altLang="en-US" dirty="0"/>
              <a:t>로컬</a:t>
            </a:r>
            <a:r>
              <a:rPr lang="en-US" altLang="ko-KR" dirty="0"/>
              <a:t>(Windows)·</a:t>
            </a:r>
            <a:r>
              <a:rPr lang="ko-KR" altLang="en-US" dirty="0"/>
              <a:t>서버</a:t>
            </a:r>
            <a:r>
              <a:rPr lang="en-US" altLang="ko-KR" dirty="0"/>
              <a:t>(Linux) </a:t>
            </a:r>
            <a:r>
              <a:rPr lang="ko-KR" altLang="en-US" dirty="0"/>
              <a:t>간 라이브러리</a:t>
            </a:r>
            <a:r>
              <a:rPr lang="en-US" altLang="ko-KR" dirty="0"/>
              <a:t>·</a:t>
            </a:r>
            <a:r>
              <a:rPr lang="ko-KR" altLang="en-US" dirty="0"/>
              <a:t>런타임 차이 제거</a:t>
            </a:r>
          </a:p>
          <a:p>
            <a:pPr lvl="1"/>
            <a:r>
              <a:rPr lang="ko-KR" altLang="en-US" b="1" dirty="0"/>
              <a:t>리소스 최적화</a:t>
            </a:r>
            <a:r>
              <a:rPr lang="en-US" altLang="ko-KR" dirty="0"/>
              <a:t>: </a:t>
            </a:r>
            <a:r>
              <a:rPr lang="ko-KR" altLang="en-US" dirty="0"/>
              <a:t>서버 </a:t>
            </a:r>
            <a:r>
              <a:rPr lang="en-US" altLang="ko-KR" dirty="0"/>
              <a:t>CPU·</a:t>
            </a:r>
            <a:r>
              <a:rPr lang="ko-KR" altLang="en-US" dirty="0"/>
              <a:t>메모리 활용 → 로컬 부담↓</a:t>
            </a:r>
          </a:p>
          <a:p>
            <a:pPr lvl="1"/>
            <a:r>
              <a:rPr lang="ko-KR" altLang="en-US" b="1" dirty="0"/>
              <a:t>시스템 종속성 해결</a:t>
            </a:r>
            <a:r>
              <a:rPr lang="en-US" altLang="ko-KR" dirty="0"/>
              <a:t>: Linux </a:t>
            </a:r>
            <a:r>
              <a:rPr lang="ko-KR" altLang="en-US" dirty="0"/>
              <a:t>전용 툴</a:t>
            </a:r>
            <a:r>
              <a:rPr lang="en-US" altLang="ko-KR" dirty="0"/>
              <a:t>·</a:t>
            </a:r>
            <a:r>
              <a:rPr lang="ko-KR" altLang="en-US" dirty="0"/>
              <a:t>패키지</a:t>
            </a:r>
            <a:r>
              <a:rPr lang="en-US" altLang="ko-KR" dirty="0"/>
              <a:t>(apt, yum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바로 사용</a:t>
            </a:r>
          </a:p>
          <a:p>
            <a:r>
              <a:rPr lang="ko-KR" altLang="en-US" b="1" dirty="0"/>
              <a:t>주요 </a:t>
            </a:r>
            <a:r>
              <a:rPr lang="ko-KR" altLang="en-US" b="1" dirty="0" err="1"/>
              <a:t>확장팩</a:t>
            </a:r>
            <a:endParaRPr lang="ko-KR" altLang="en-US" dirty="0"/>
          </a:p>
          <a:p>
            <a:pPr lvl="1"/>
            <a:r>
              <a:rPr lang="en-US" altLang="ko-KR" b="1" dirty="0"/>
              <a:t>Remote – WSL</a:t>
            </a:r>
            <a:r>
              <a:rPr lang="en-US" altLang="ko-KR" dirty="0"/>
              <a:t>: WSL(1/2) </a:t>
            </a:r>
            <a:r>
              <a:rPr lang="ko-KR" altLang="en-US" dirty="0"/>
              <a:t>내부에 </a:t>
            </a:r>
            <a:r>
              <a:rPr lang="en-US" altLang="ko-KR" dirty="0"/>
              <a:t>VS Code Server </a:t>
            </a:r>
            <a:r>
              <a:rPr lang="ko-KR" altLang="en-US" dirty="0"/>
              <a:t>설치</a:t>
            </a:r>
          </a:p>
          <a:p>
            <a:pPr lvl="1"/>
            <a:r>
              <a:rPr lang="en-US" altLang="ko-KR" b="1" dirty="0"/>
              <a:t>Remote – SSH</a:t>
            </a:r>
            <a:r>
              <a:rPr lang="en-US" altLang="ko-KR" dirty="0"/>
              <a:t>: SSH</a:t>
            </a:r>
            <a:r>
              <a:rPr lang="ko-KR" altLang="en-US" dirty="0"/>
              <a:t>로 원격 호스트에 </a:t>
            </a:r>
            <a:r>
              <a:rPr lang="en-US" altLang="ko-KR" dirty="0"/>
              <a:t>VS Code Server </a:t>
            </a:r>
            <a:r>
              <a:rPr lang="ko-KR" altLang="en-US" dirty="0"/>
              <a:t>배포</a:t>
            </a:r>
          </a:p>
          <a:p>
            <a:pPr lvl="1"/>
            <a:r>
              <a:rPr lang="en-US" altLang="ko-KR" b="1" dirty="0"/>
              <a:t>Remote – Containers</a:t>
            </a:r>
            <a:r>
              <a:rPr lang="en-US" altLang="ko-KR" dirty="0"/>
              <a:t>: Docker </a:t>
            </a:r>
            <a:r>
              <a:rPr lang="ko-KR" altLang="en-US" dirty="0"/>
              <a:t>컨테이너 안에서 개발</a:t>
            </a:r>
            <a:endParaRPr lang="en-US" altLang="ko-KR" dirty="0"/>
          </a:p>
          <a:p>
            <a:r>
              <a:rPr lang="ko-KR" altLang="en-US" b="1" dirty="0"/>
              <a:t>장단점</a:t>
            </a:r>
            <a:endParaRPr lang="ko-KR" altLang="en-US" dirty="0"/>
          </a:p>
          <a:p>
            <a:pPr lvl="1"/>
            <a:r>
              <a:rPr lang="ko-KR" altLang="en-US" b="1" dirty="0"/>
              <a:t>장점</a:t>
            </a:r>
            <a:r>
              <a:rPr lang="en-US" altLang="ko-KR" dirty="0"/>
              <a:t>: </a:t>
            </a:r>
            <a:r>
              <a:rPr lang="ko-KR" altLang="en-US" dirty="0"/>
              <a:t>환경 일치</a:t>
            </a:r>
            <a:r>
              <a:rPr lang="en-US" altLang="ko-KR" dirty="0"/>
              <a:t>·</a:t>
            </a:r>
            <a:r>
              <a:rPr lang="ko-KR" altLang="en-US" dirty="0"/>
              <a:t>빠른 디버깅</a:t>
            </a:r>
            <a:r>
              <a:rPr lang="en-US" altLang="ko-KR" dirty="0"/>
              <a:t>·</a:t>
            </a:r>
            <a:r>
              <a:rPr lang="ko-KR" altLang="en-US" dirty="0"/>
              <a:t>리소스 분산</a:t>
            </a:r>
          </a:p>
          <a:p>
            <a:pPr lvl="1"/>
            <a:r>
              <a:rPr lang="ko-KR" altLang="en-US" b="1" dirty="0"/>
              <a:t>단점</a:t>
            </a:r>
            <a:r>
              <a:rPr lang="en-US" altLang="ko-KR" dirty="0"/>
              <a:t>: </a:t>
            </a:r>
            <a:r>
              <a:rPr lang="ko-KR" altLang="en-US" dirty="0"/>
              <a:t>초기 설정 복잡</a:t>
            </a:r>
            <a:r>
              <a:rPr lang="en-US" altLang="ko-KR" dirty="0"/>
              <a:t>·SSH </a:t>
            </a:r>
            <a:r>
              <a:rPr lang="ko-KR" altLang="en-US" dirty="0"/>
              <a:t>키 관리</a:t>
            </a:r>
            <a:r>
              <a:rPr lang="en-US" altLang="ko-KR" dirty="0"/>
              <a:t>·</a:t>
            </a:r>
            <a:r>
              <a:rPr lang="ko-KR" altLang="en-US" dirty="0"/>
              <a:t>네트워크 의존성</a:t>
            </a:r>
            <a:endParaRPr lang="en-US" altLang="ko-KR" dirty="0"/>
          </a:p>
          <a:p>
            <a:r>
              <a:rPr lang="ko-KR" altLang="en-US" sz="2900" b="1" dirty="0"/>
              <a:t>동작 원리 비교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E1B06A12-EFBC-49D7-850C-E675CB26B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15309"/>
              </p:ext>
            </p:extLst>
          </p:nvPr>
        </p:nvGraphicFramePr>
        <p:xfrm>
          <a:off x="838200" y="4656667"/>
          <a:ext cx="10515600" cy="18288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989132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065239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217825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WSL </a:t>
                      </a:r>
                      <a:r>
                        <a:rPr lang="ko-KR" altLang="en-US"/>
                        <a:t>연결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SSH </a:t>
                      </a:r>
                      <a:r>
                        <a:rPr lang="ko-KR" altLang="en-US"/>
                        <a:t>연결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977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서버 설치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WSL </a:t>
                      </a:r>
                      <a:r>
                        <a:rPr lang="ko-KR" altLang="en-US" dirty="0" err="1"/>
                        <a:t>배포판</a:t>
                      </a:r>
                      <a:r>
                        <a:rPr lang="ko-KR" altLang="en-US" dirty="0"/>
                        <a:t> 내부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원격 호스트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SSH)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0072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통신 채널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네이티브 </a:t>
                      </a:r>
                      <a:r>
                        <a:rPr lang="en-US" dirty="0"/>
                        <a:t>IPC(named pipe)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SSH </a:t>
                      </a:r>
                      <a:r>
                        <a:rPr lang="ko-KR" altLang="en-US"/>
                        <a:t>터널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포트 포워딩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616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실행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WSL </a:t>
                      </a:r>
                      <a:r>
                        <a:rPr lang="ko-KR" altLang="en-US" dirty="0"/>
                        <a:t>내부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원격 서버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637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I/O </a:t>
                      </a:r>
                      <a:r>
                        <a:rPr lang="ko-KR" altLang="en-US"/>
                        <a:t>성능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로컬 최적화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네트워크 </a:t>
                      </a:r>
                      <a:r>
                        <a:rPr lang="ko-KR" altLang="en-US" dirty="0" err="1"/>
                        <a:t>레이턴시</a:t>
                      </a:r>
                      <a:r>
                        <a:rPr lang="ko-KR" altLang="en-US" dirty="0"/>
                        <a:t> 존재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72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31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EB72DE8-FBAB-41E3-AD52-04D31E40B9D8}"/>
              </a:ext>
            </a:extLst>
          </p:cNvPr>
          <p:cNvSpPr/>
          <p:nvPr/>
        </p:nvSpPr>
        <p:spPr>
          <a:xfrm>
            <a:off x="364067" y="197346"/>
            <a:ext cx="1146386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Install WSL and a Linux Distribution 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Open PowerShell as an administrator and run: o wsl –install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Restart your computer if prompted. </a:t>
            </a:r>
          </a:p>
          <a:p>
            <a:pPr marL="342900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Install Visual Studio Code: 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Download and install Visual Studio Code from the official website. </a:t>
            </a:r>
          </a:p>
          <a:p>
            <a:pPr marL="342900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Install the WSL Extension: 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Open Visual Studio Code. 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Go to the Extensions view by clicking the Extensions icon in the Activity Bar on the side of the window.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Search for “WSL” and install it. </a:t>
            </a:r>
          </a:p>
          <a:p>
            <a:pPr marL="342900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Open a WSL Terminal in VS Code: 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Open your Linux distribution terminal. </a:t>
            </a:r>
          </a:p>
          <a:p>
            <a:pPr marL="342900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Connect to WSL: 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In Visual Studio Code, press F1 to open the Command Palette. 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Type WSL: Connect to WSL and select it. </a:t>
            </a:r>
          </a:p>
          <a:p>
            <a:pPr marL="342900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Start Coding: 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You should now see a WSL indicator in the bottom-left corner of Visual Studio Code. 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You can now use VS Code as you normally would but with the power of WSL! 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When you hover over hello.py, you get the proper Linux path. </a:t>
            </a:r>
          </a:p>
          <a:p>
            <a:pPr marL="342900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Ending your WSL connection </a:t>
            </a:r>
          </a:p>
          <a:p>
            <a:pPr marL="800100" lvl="1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You can end your session in WSL and go back to running VS Code locally with File, Close Remote Connection.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3963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EB72DE8-FBAB-41E3-AD52-04D31E40B9D8}"/>
              </a:ext>
            </a:extLst>
          </p:cNvPr>
          <p:cNvSpPr/>
          <p:nvPr/>
        </p:nvSpPr>
        <p:spPr>
          <a:xfrm>
            <a:off x="364067" y="197346"/>
            <a:ext cx="1146386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0" i="0" dirty="0">
                <a:effectLst/>
                <a:latin typeface="Roboto"/>
              </a:rPr>
              <a:t>Linux Initialization Setting</a:t>
            </a:r>
          </a:p>
          <a:p>
            <a:pPr marL="800100" lvl="1" indent="-342900">
              <a:buAutoNum type="arabicPeriod"/>
            </a:pPr>
            <a:r>
              <a:rPr lang="es-ES" altLang="ko-KR" dirty="0">
                <a:latin typeface="Roboto"/>
              </a:rPr>
              <a:t>sudo apt update &amp;&amp; sudo apt upgrade -y</a:t>
            </a:r>
          </a:p>
          <a:p>
            <a:pPr marL="800100" lvl="1" indent="-342900">
              <a:buAutoNum type="arabicPeriod"/>
            </a:pPr>
            <a:r>
              <a:rPr lang="en-US" altLang="ko-KR" dirty="0">
                <a:latin typeface="Roboto"/>
              </a:rPr>
              <a:t>python3 --version</a:t>
            </a:r>
          </a:p>
          <a:p>
            <a:pPr marL="800100" lvl="1" indent="-342900">
              <a:buAutoNum type="arabicPeriod"/>
            </a:pPr>
            <a:r>
              <a:rPr lang="en-US" altLang="ko-KR" dirty="0">
                <a:latin typeface="Roboto"/>
              </a:rPr>
              <a:t>pip3 –version</a:t>
            </a:r>
          </a:p>
          <a:p>
            <a:pPr marL="800100" lvl="1" indent="-342900">
              <a:buAutoNum type="arabicPeriod"/>
            </a:pPr>
            <a:r>
              <a:rPr lang="en-US" altLang="ko-KR" dirty="0">
                <a:latin typeface="Roboto"/>
              </a:rPr>
              <a:t>(if not) sudo apt install python3 python3-pip -y</a:t>
            </a:r>
          </a:p>
          <a:p>
            <a:pPr marL="800100" lvl="1" indent="-342900">
              <a:buAutoNum type="arabicPeriod"/>
            </a:pPr>
            <a:r>
              <a:rPr lang="da-DK" altLang="ko-KR" dirty="0">
                <a:latin typeface="Roboto"/>
              </a:rPr>
              <a:t>wget https://repo.anaconda.com/archive/Anaconda3-2023.09-0-Linux-x86_64.sh</a:t>
            </a:r>
          </a:p>
          <a:p>
            <a:pPr marL="800100" lvl="1" indent="-342900">
              <a:buAutoNum type="arabicPeriod"/>
            </a:pPr>
            <a:r>
              <a:rPr lang="en-US" altLang="ko-KR" dirty="0">
                <a:latin typeface="Roboto"/>
              </a:rPr>
              <a:t>bash Anaconda3-2023.09-0-Linux-x86_64.sh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"Do you wish to update your shell profile to automatically initialize conda?“ Yes(Reference)</a:t>
            </a:r>
          </a:p>
          <a:p>
            <a:pPr marL="800100" lvl="1" indent="-342900">
              <a:buAutoNum type="arabicPeriod"/>
            </a:pPr>
            <a:r>
              <a:rPr lang="es-ES" altLang="ko-KR" dirty="0">
                <a:latin typeface="Roboto"/>
              </a:rPr>
              <a:t>sudo apt install git –y</a:t>
            </a:r>
          </a:p>
          <a:p>
            <a:pPr marL="800100" lvl="1" indent="-342900">
              <a:buAutoNum type="arabicPeriod"/>
            </a:pPr>
            <a:r>
              <a:rPr lang="en-US" altLang="ko-KR" dirty="0">
                <a:latin typeface="Roboto"/>
              </a:rPr>
              <a:t>git config --global user.name "Your Name“</a:t>
            </a:r>
          </a:p>
          <a:p>
            <a:pPr marL="800100" lvl="1" indent="-342900">
              <a:buAutoNum type="arabicPeriod"/>
            </a:pPr>
            <a:r>
              <a:rPr lang="en-US" altLang="ko-KR" dirty="0">
                <a:latin typeface="Roboto"/>
              </a:rPr>
              <a:t>git config --global user.email </a:t>
            </a:r>
            <a:r>
              <a:rPr lang="en-US" altLang="ko-KR" dirty="0">
                <a:latin typeface="Roboto"/>
                <a:hlinkClick r:id="rId2"/>
              </a:rPr>
              <a:t>your@email.com</a:t>
            </a:r>
            <a:endParaRPr lang="en-US" altLang="ko-KR" dirty="0">
              <a:latin typeface="Roboto"/>
            </a:endParaRPr>
          </a:p>
          <a:p>
            <a:pPr marL="800100" lvl="1" indent="-342900">
              <a:buAutoNum type="arabicPeriod"/>
            </a:pPr>
            <a:r>
              <a:rPr lang="de-DE" altLang="ko-KR" dirty="0">
                <a:latin typeface="Roboto"/>
              </a:rPr>
              <a:t>ssh-keygen -t ed25519 -C "your@email.com"</a:t>
            </a:r>
          </a:p>
          <a:p>
            <a:pPr marL="800100" lvl="1" indent="-342900">
              <a:buAutoNum type="arabicPeriod"/>
            </a:pPr>
            <a:r>
              <a:rPr lang="en-US" altLang="ko-KR" dirty="0">
                <a:latin typeface="Roboto"/>
              </a:rPr>
              <a:t>Enter file in which to save the key (/home/taewangwon/.ssh/id_ed25519): [Enter </a:t>
            </a:r>
            <a:r>
              <a:rPr lang="ko-KR" altLang="en-US" dirty="0">
                <a:latin typeface="Roboto"/>
              </a:rPr>
              <a:t>입력</a:t>
            </a:r>
            <a:r>
              <a:rPr lang="en-US" altLang="ko-KR" dirty="0">
                <a:latin typeface="Roboto"/>
              </a:rPr>
              <a:t>] &lt;- </a:t>
            </a:r>
            <a:r>
              <a:rPr lang="ko-KR" altLang="en-US" dirty="0">
                <a:latin typeface="Roboto"/>
              </a:rPr>
              <a:t>폴더 지정</a:t>
            </a:r>
            <a:endParaRPr lang="en-US" altLang="ko-KR" dirty="0">
              <a:latin typeface="Roboto"/>
            </a:endParaRPr>
          </a:p>
          <a:p>
            <a:pPr marL="800100" lvl="1" indent="-342900">
              <a:buAutoNum type="arabicPeriod"/>
            </a:pPr>
            <a:r>
              <a:rPr lang="en-US" altLang="ko-KR" dirty="0">
                <a:latin typeface="Roboto"/>
              </a:rPr>
              <a:t>Enter passphrase (empty for no passphrase): [Enter </a:t>
            </a:r>
            <a:r>
              <a:rPr lang="ko-KR" altLang="en-US" dirty="0">
                <a:latin typeface="Roboto"/>
              </a:rPr>
              <a:t>입력</a:t>
            </a:r>
            <a:r>
              <a:rPr lang="en-US" altLang="ko-KR" dirty="0">
                <a:latin typeface="Roboto"/>
              </a:rPr>
              <a:t>] &lt;- </a:t>
            </a:r>
            <a:r>
              <a:rPr lang="ko-KR" altLang="en-US" dirty="0">
                <a:latin typeface="Roboto"/>
              </a:rPr>
              <a:t>보안을 위해 비번 필요</a:t>
            </a:r>
            <a:r>
              <a:rPr lang="en-US" altLang="ko-KR" dirty="0">
                <a:latin typeface="Roboto"/>
              </a:rPr>
              <a:t>?</a:t>
            </a:r>
          </a:p>
          <a:p>
            <a:pPr marL="800100" lvl="1" indent="-342900">
              <a:buAutoNum type="arabicPeriod"/>
            </a:pPr>
            <a:r>
              <a:rPr lang="en-US" altLang="ko-KR" dirty="0">
                <a:latin typeface="Roboto"/>
              </a:rPr>
              <a:t>cat ~/.ssh/id_ed25519.pub</a:t>
            </a:r>
          </a:p>
          <a:p>
            <a:pPr marL="800100" lvl="1" indent="-342900">
              <a:buAutoNum type="arabicPeriod"/>
            </a:pPr>
            <a:r>
              <a:rPr lang="ko-KR" altLang="en-US" dirty="0"/>
              <a:t>이걸 복사해서 →</a:t>
            </a:r>
            <a:br>
              <a:rPr lang="ko-KR" altLang="en-US" dirty="0"/>
            </a:br>
            <a:r>
              <a:rPr lang="en-US" altLang="ko-KR" dirty="0"/>
              <a:t>GitHub &gt; Settings &gt; </a:t>
            </a:r>
            <a:r>
              <a:rPr lang="en-US" altLang="ko-KR" b="1" dirty="0"/>
              <a:t>SSH and GPG keys</a:t>
            </a:r>
            <a:r>
              <a:rPr lang="en-US" altLang="ko-KR" dirty="0"/>
              <a:t> &gt; New SSH Key &gt; </a:t>
            </a:r>
            <a:r>
              <a:rPr lang="ko-KR" altLang="en-US" dirty="0"/>
              <a:t>붙여넣기</a:t>
            </a:r>
            <a:endParaRPr lang="en-US" altLang="ko-KR" dirty="0"/>
          </a:p>
          <a:p>
            <a:pPr marL="800100" lvl="1" indent="-342900">
              <a:buAutoNum type="arabicPeriod"/>
            </a:pPr>
            <a:r>
              <a:rPr lang="de-DE" altLang="ko-KR" dirty="0"/>
              <a:t>ssh -T git@github.com</a:t>
            </a:r>
            <a:endParaRPr lang="en-US" altLang="ko-KR" dirty="0"/>
          </a:p>
          <a:p>
            <a:pPr marL="800100" lvl="1" indent="-342900">
              <a:buAutoNum type="arabicPeriod"/>
            </a:pPr>
            <a:r>
              <a:rPr lang="en-US" altLang="ko-KR" dirty="0">
                <a:latin typeface="Roboto"/>
              </a:rPr>
              <a:t>Hi TaewanGwon! You've successfully authenticated, but GitHub does not provide shell access.</a:t>
            </a:r>
          </a:p>
        </p:txBody>
      </p:sp>
    </p:spTree>
    <p:extLst>
      <p:ext uri="{BB962C8B-B14F-4D97-AF65-F5344CB8AC3E}">
        <p14:creationId xmlns:p14="http://schemas.microsoft.com/office/powerpoint/2010/main" val="2590518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5576C3-BE6C-435D-AF80-07E4A1D5B308}"/>
              </a:ext>
            </a:extLst>
          </p:cNvPr>
          <p:cNvSpPr txBox="1"/>
          <p:nvPr/>
        </p:nvSpPr>
        <p:spPr>
          <a:xfrm>
            <a:off x="1625866" y="271776"/>
            <a:ext cx="894026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 Unicode MS"/>
              </a:rPr>
              <a:t>Tensorflow </a:t>
            </a:r>
            <a:r>
              <a:rPr lang="ko-KR" altLang="en-US" dirty="0">
                <a:latin typeface="Arial Unicode MS"/>
              </a:rPr>
              <a:t>설치하기</a:t>
            </a:r>
            <a:endParaRPr lang="en-US" altLang="ko-KR" dirty="0">
              <a:latin typeface="Arial Unicode MS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atin typeface="Arial Unicode MS"/>
              </a:rPr>
              <a:t>콘다 환경 만들기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AutoNum type="arabicPeriod"/>
            </a:pPr>
            <a:r>
              <a:rPr lang="en-US" altLang="ko-KR" dirty="0">
                <a:latin typeface="Arial Unicode MS"/>
              </a:rPr>
              <a:t>Anaconda Prompt </a:t>
            </a:r>
            <a:r>
              <a:rPr lang="ko-KR" altLang="en-US" dirty="0">
                <a:latin typeface="Arial Unicode MS"/>
              </a:rPr>
              <a:t>관리자 권한 실행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C</a:t>
            </a:r>
            <a:r>
              <a:rPr lang="ko-KR" altLang="ko-KR" dirty="0">
                <a:latin typeface="Arial Unicode MS"/>
              </a:rPr>
              <a:t>onda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create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en-US" altLang="ko-KR" dirty="0">
                <a:latin typeface="Arial Unicode MS"/>
              </a:rPr>
              <a:t>–</a:t>
            </a:r>
            <a:r>
              <a:rPr lang="ko-KR" altLang="ko-KR" dirty="0">
                <a:latin typeface="Arial Unicode MS"/>
              </a:rPr>
              <a:t>name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tf</a:t>
            </a:r>
            <a:r>
              <a:rPr lang="ko-KR" altLang="ko-KR" dirty="0">
                <a:latin typeface="Arial Unicode MS"/>
                <a:ea typeface="var(--devsite-code-font-family)"/>
              </a:rPr>
              <a:t> python=3</a:t>
            </a:r>
            <a:r>
              <a:rPr lang="ko-KR" altLang="ko-KR" dirty="0">
                <a:latin typeface="Arial Unicode MS"/>
              </a:rPr>
              <a:t>.</a:t>
            </a:r>
            <a:r>
              <a:rPr lang="en-US" altLang="ko-KR" dirty="0">
                <a:latin typeface="Arial Unicode MS"/>
              </a:rPr>
              <a:t>12.3</a:t>
            </a:r>
            <a:r>
              <a:rPr lang="ko-KR" altLang="ko-KR" sz="1400" dirty="0"/>
              <a:t> </a:t>
            </a:r>
            <a:endParaRPr lang="ko-KR" altLang="ko-KR" sz="4000" dirty="0">
              <a:latin typeface="Arial" panose="020B0604020202020204" pitchFamily="34" charset="0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C</a:t>
            </a:r>
            <a:r>
              <a:rPr lang="ko-KR" altLang="ko-KR" dirty="0">
                <a:latin typeface="Arial Unicode MS"/>
              </a:rPr>
              <a:t>onda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deactivate 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C</a:t>
            </a:r>
            <a:r>
              <a:rPr lang="ko-KR" altLang="ko-KR" dirty="0">
                <a:latin typeface="Arial Unicode MS"/>
              </a:rPr>
              <a:t>onda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activate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tf</a:t>
            </a:r>
            <a:r>
              <a:rPr lang="ko-KR" altLang="ko-KR" sz="1400" dirty="0"/>
              <a:t> </a:t>
            </a:r>
            <a:endParaRPr lang="ko-KR" altLang="ko-KR" sz="4000" dirty="0"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latin typeface="Arial Unicode MS"/>
              </a:rPr>
              <a:t>GPU </a:t>
            </a:r>
            <a:r>
              <a:rPr lang="ko-KR" altLang="en-US" dirty="0">
                <a:latin typeface="Arial Unicode MS"/>
              </a:rPr>
              <a:t>설정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tensorflow[and-cuda]==2.16.1</a:t>
            </a:r>
          </a:p>
          <a:p>
            <a:pPr marL="800100" lvl="1" indent="-342900">
              <a:buFontTx/>
              <a:buAutoNum type="arabicPeriod"/>
            </a:pPr>
            <a:r>
              <a:rPr lang="ko-KR" altLang="ko-KR" dirty="0">
                <a:latin typeface="Arial Unicode MS"/>
              </a:rPr>
              <a:t>pip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install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--upgrade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pip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Conda install ipykernel</a:t>
            </a:r>
          </a:p>
          <a:p>
            <a:pPr marL="342900" indent="-342900">
              <a:buFontTx/>
              <a:buAutoNum type="arabicPeriod"/>
            </a:pPr>
            <a:r>
              <a:rPr lang="ko-KR" altLang="en-US" dirty="0">
                <a:latin typeface="Arial Unicode MS"/>
              </a:rPr>
              <a:t>설치 확인</a:t>
            </a:r>
            <a:r>
              <a:rPr lang="en-US" altLang="ko-KR" dirty="0">
                <a:solidFill>
                  <a:srgbClr val="00B050"/>
                </a:solidFill>
                <a:latin typeface="Arial Unicode MS"/>
              </a:rPr>
              <a:t>	</a:t>
            </a:r>
          </a:p>
          <a:p>
            <a:pPr marL="800100" lvl="1" indent="-342900">
              <a:buFontTx/>
              <a:buAutoNum type="arabicPeriod"/>
            </a:pPr>
            <a:r>
              <a:rPr lang="ko-KR" altLang="ko-KR" dirty="0">
                <a:solidFill>
                  <a:srgbClr val="00B050"/>
                </a:solidFill>
                <a:latin typeface="Arial Unicode MS"/>
              </a:rPr>
              <a:t># Verify the installation: </a:t>
            </a:r>
            <a:endParaRPr lang="en-US" altLang="ko-KR" dirty="0">
              <a:solidFill>
                <a:srgbClr val="00B050"/>
              </a:solidFill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ko-KR" altLang="ko-KR" dirty="0">
                <a:latin typeface="Arial Unicode MS"/>
              </a:rPr>
              <a:t>python -c "import tensorflow as tf; print(tf.config.list_physical_devices('GPU</a:t>
            </a:r>
            <a:r>
              <a:rPr lang="ko-KR" altLang="en-US" dirty="0">
                <a:latin typeface="Arial Unicode MS"/>
              </a:rPr>
              <a:t>’</a:t>
            </a:r>
            <a:r>
              <a:rPr lang="ko-KR" altLang="ko-KR" dirty="0">
                <a:latin typeface="Arial Unicode MS"/>
              </a:rPr>
              <a:t>))</a:t>
            </a:r>
            <a:r>
              <a:rPr lang="ko-KR" altLang="en-US" dirty="0">
                <a:latin typeface="Arial Unicode MS"/>
              </a:rPr>
              <a:t>”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[PhysicalDevice(name='/physical_device:GPU:0', device_type='GPU’)]</a:t>
            </a:r>
          </a:p>
          <a:p>
            <a:pPr marL="800100" lvl="1" indent="-342900">
              <a:buFontTx/>
              <a:buAutoNum type="arabicPeriod"/>
            </a:pPr>
            <a:endParaRPr lang="en-US" altLang="ko-KR" dirty="0">
              <a:latin typeface="Arial Unicode MS"/>
            </a:endParaRPr>
          </a:p>
          <a:p>
            <a:pPr marL="342900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Tip</a:t>
            </a:r>
            <a:r>
              <a:rPr lang="ko-KR" altLang="en-US" dirty="0">
                <a:latin typeface="Arial Unicode MS"/>
              </a:rPr>
              <a:t> </a:t>
            </a:r>
            <a:r>
              <a:rPr lang="en-US" altLang="ko-KR" dirty="0">
                <a:latin typeface="Arial Unicode MS"/>
              </a:rPr>
              <a:t>:</a:t>
            </a:r>
            <a:r>
              <a:rPr lang="ko-KR" altLang="en-US" dirty="0">
                <a:latin typeface="Arial Unicode MS"/>
              </a:rPr>
              <a:t> 가용 버전 확인 코드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conda search cudnn -c nvidia</a:t>
            </a: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hlinkClick r:id="rId2"/>
              </a:rPr>
              <a:t>https://developer.nvidia.com/cuda/wsl</a:t>
            </a:r>
            <a:r>
              <a:rPr lang="en-US" altLang="ko-KR" dirty="0"/>
              <a:t> -&gt; Game Ready Driver </a:t>
            </a:r>
            <a:r>
              <a:rPr lang="ko-KR" altLang="en-US" dirty="0"/>
              <a:t>설치</a:t>
            </a:r>
            <a:endParaRPr lang="ko-KR" altLang="ko-KR" dirty="0">
              <a:latin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269400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5576C3-BE6C-435D-AF80-07E4A1D5B308}"/>
              </a:ext>
            </a:extLst>
          </p:cNvPr>
          <p:cNvSpPr txBox="1"/>
          <p:nvPr/>
        </p:nvSpPr>
        <p:spPr>
          <a:xfrm>
            <a:off x="1625866" y="271776"/>
            <a:ext cx="1254702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Arial Unicode MS"/>
              </a:rPr>
              <a:t>Pytorch</a:t>
            </a:r>
            <a:r>
              <a:rPr lang="en-US" altLang="ko-KR" dirty="0">
                <a:latin typeface="Arial Unicode MS"/>
              </a:rPr>
              <a:t> </a:t>
            </a:r>
            <a:r>
              <a:rPr lang="ko-KR" altLang="en-US" dirty="0">
                <a:latin typeface="Arial Unicode MS"/>
              </a:rPr>
              <a:t>설치하기</a:t>
            </a:r>
            <a:endParaRPr lang="en-US" altLang="ko-KR" dirty="0">
              <a:latin typeface="Arial Unicode MS"/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latin typeface="Arial Unicode MS"/>
              </a:rPr>
              <a:t>콘다 환경 만들기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AutoNum type="arabicPeriod"/>
            </a:pPr>
            <a:r>
              <a:rPr lang="en-US" altLang="ko-KR" dirty="0">
                <a:latin typeface="Arial Unicode MS"/>
              </a:rPr>
              <a:t>Anaconda Prompt </a:t>
            </a:r>
            <a:r>
              <a:rPr lang="ko-KR" altLang="en-US" dirty="0">
                <a:latin typeface="Arial Unicode MS"/>
              </a:rPr>
              <a:t>관리자 권한 실행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C</a:t>
            </a:r>
            <a:r>
              <a:rPr lang="ko-KR" altLang="ko-KR" dirty="0">
                <a:latin typeface="Arial Unicode MS"/>
              </a:rPr>
              <a:t>onda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create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en-US" altLang="ko-KR" dirty="0">
                <a:latin typeface="Arial Unicode MS"/>
              </a:rPr>
              <a:t>–</a:t>
            </a:r>
            <a:r>
              <a:rPr lang="ko-KR" altLang="ko-KR" dirty="0" err="1">
                <a:latin typeface="Arial Unicode MS"/>
              </a:rPr>
              <a:t>name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en-US" altLang="ko-KR" dirty="0" err="1">
                <a:latin typeface="Arial Unicode MS"/>
                <a:ea typeface="var(--devsite-code-font-family)"/>
              </a:rPr>
              <a:t>pytorch</a:t>
            </a:r>
            <a:r>
              <a:rPr lang="ko-KR" altLang="ko-KR" dirty="0">
                <a:latin typeface="Arial Unicode MS"/>
                <a:ea typeface="var(--devsite-code-font-family)"/>
              </a:rPr>
              <a:t> python=3</a:t>
            </a:r>
            <a:r>
              <a:rPr lang="ko-KR" altLang="ko-KR" dirty="0">
                <a:latin typeface="Arial Unicode MS"/>
              </a:rPr>
              <a:t>.</a:t>
            </a:r>
            <a:r>
              <a:rPr lang="en-US" altLang="ko-KR" dirty="0">
                <a:latin typeface="Arial Unicode MS"/>
              </a:rPr>
              <a:t>12.3</a:t>
            </a:r>
            <a:r>
              <a:rPr lang="ko-KR" altLang="ko-KR" sz="1400" dirty="0"/>
              <a:t> </a:t>
            </a:r>
            <a:endParaRPr lang="ko-KR" altLang="ko-KR" sz="4000" dirty="0">
              <a:latin typeface="Arial" panose="020B0604020202020204" pitchFamily="34" charset="0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C</a:t>
            </a:r>
            <a:r>
              <a:rPr lang="ko-KR" altLang="ko-KR" dirty="0">
                <a:latin typeface="Arial Unicode MS"/>
              </a:rPr>
              <a:t>onda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deactivate 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C</a:t>
            </a:r>
            <a:r>
              <a:rPr lang="ko-KR" altLang="ko-KR" dirty="0">
                <a:latin typeface="Arial Unicode MS"/>
              </a:rPr>
              <a:t>onda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 err="1">
                <a:latin typeface="Arial Unicode MS"/>
              </a:rPr>
              <a:t>activate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en-US" altLang="ko-KR" dirty="0" err="1">
                <a:latin typeface="Arial Unicode MS"/>
                <a:ea typeface="var(--devsite-code-font-family)"/>
              </a:rPr>
              <a:t>pytorch</a:t>
            </a:r>
            <a:r>
              <a:rPr lang="ko-KR" altLang="ko-KR" sz="1400" dirty="0"/>
              <a:t> </a:t>
            </a:r>
            <a:endParaRPr lang="ko-KR" altLang="ko-KR" sz="4000" dirty="0"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latin typeface="Arial Unicode MS"/>
              </a:rPr>
              <a:t>GPU </a:t>
            </a:r>
            <a:r>
              <a:rPr lang="ko-KR" altLang="en-US" dirty="0">
                <a:latin typeface="Arial Unicode MS"/>
              </a:rPr>
              <a:t>설정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pip install torch==2.6.0 </a:t>
            </a:r>
            <a:r>
              <a:rPr lang="en-US" altLang="ko-KR" dirty="0" err="1">
                <a:latin typeface="Arial Unicode MS"/>
              </a:rPr>
              <a:t>torchvision</a:t>
            </a:r>
            <a:r>
              <a:rPr lang="en-US" altLang="ko-KR" dirty="0">
                <a:latin typeface="Arial Unicode MS"/>
              </a:rPr>
              <a:t>==0.21.0 </a:t>
            </a:r>
            <a:r>
              <a:rPr lang="en-US" altLang="ko-KR" dirty="0" err="1">
                <a:latin typeface="Arial Unicode MS"/>
              </a:rPr>
              <a:t>torchaudio</a:t>
            </a:r>
            <a:r>
              <a:rPr lang="en-US" altLang="ko-KR" dirty="0">
                <a:latin typeface="Arial Unicode MS"/>
              </a:rPr>
              <a:t>==2.6.0 --index-</a:t>
            </a:r>
            <a:r>
              <a:rPr lang="en-US" altLang="ko-KR" dirty="0" err="1">
                <a:latin typeface="Arial Unicode MS"/>
              </a:rPr>
              <a:t>url</a:t>
            </a:r>
            <a:r>
              <a:rPr lang="en-US" altLang="ko-KR" dirty="0">
                <a:latin typeface="Arial Unicode MS"/>
              </a:rPr>
              <a:t> https://download.pytorch.org/whl/cu124</a:t>
            </a:r>
          </a:p>
          <a:p>
            <a:pPr marL="800100" lvl="1" indent="-342900">
              <a:buFontTx/>
              <a:buAutoNum type="arabicPeriod"/>
            </a:pPr>
            <a:r>
              <a:rPr lang="ko-KR" altLang="ko-KR" dirty="0" err="1">
                <a:latin typeface="Arial Unicode MS"/>
              </a:rPr>
              <a:t>pip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install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--upgrade</a:t>
            </a:r>
            <a:r>
              <a:rPr lang="ko-KR" altLang="ko-KR" dirty="0">
                <a:latin typeface="Arial Unicode MS"/>
                <a:ea typeface="var(--devsite-code-font-family)"/>
              </a:rPr>
              <a:t> </a:t>
            </a:r>
            <a:r>
              <a:rPr lang="ko-KR" altLang="ko-KR" dirty="0">
                <a:latin typeface="Arial Unicode MS"/>
              </a:rPr>
              <a:t>pip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pip install ipykernel</a:t>
            </a:r>
          </a:p>
          <a:p>
            <a:pPr marL="342900" indent="-342900">
              <a:buFontTx/>
              <a:buAutoNum type="arabicPeriod"/>
            </a:pPr>
            <a:r>
              <a:rPr lang="ko-KR" altLang="en-US" dirty="0">
                <a:latin typeface="Arial Unicode MS"/>
              </a:rPr>
              <a:t>설치 확인</a:t>
            </a:r>
            <a:r>
              <a:rPr lang="en-US" altLang="ko-KR" dirty="0">
                <a:solidFill>
                  <a:srgbClr val="00B050"/>
                </a:solidFill>
                <a:latin typeface="Arial Unicode MS"/>
              </a:rPr>
              <a:t>	</a:t>
            </a:r>
          </a:p>
          <a:p>
            <a:pPr marL="800100" lvl="1" indent="-342900">
              <a:buFontTx/>
              <a:buAutoNum type="arabicPeriod"/>
            </a:pPr>
            <a:r>
              <a:rPr lang="ko-KR" altLang="ko-KR" dirty="0">
                <a:solidFill>
                  <a:srgbClr val="00B050"/>
                </a:solidFill>
                <a:latin typeface="Arial Unicode MS"/>
              </a:rPr>
              <a:t># Verify the installation: </a:t>
            </a:r>
            <a:endParaRPr lang="en-US" altLang="ko-KR" dirty="0">
              <a:solidFill>
                <a:srgbClr val="00B050"/>
              </a:solidFill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ko-KR" altLang="ko-KR" dirty="0">
                <a:latin typeface="Arial Unicode MS"/>
              </a:rPr>
              <a:t>python -c "import tensorflow as tf; print(tf.config.list_physical_devices('GPU</a:t>
            </a:r>
            <a:r>
              <a:rPr lang="ko-KR" altLang="en-US" dirty="0">
                <a:latin typeface="Arial Unicode MS"/>
              </a:rPr>
              <a:t>’</a:t>
            </a:r>
            <a:r>
              <a:rPr lang="ko-KR" altLang="ko-KR" dirty="0">
                <a:latin typeface="Arial Unicode MS"/>
              </a:rPr>
              <a:t>))</a:t>
            </a:r>
            <a:r>
              <a:rPr lang="ko-KR" altLang="en-US" dirty="0">
                <a:latin typeface="Arial Unicode MS"/>
              </a:rPr>
              <a:t>”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[PhysicalDevice(name='/physical_device:GPU:0', device_type='GPU’)]</a:t>
            </a:r>
          </a:p>
          <a:p>
            <a:pPr marL="800100" lvl="1" indent="-342900">
              <a:buFontTx/>
              <a:buAutoNum type="arabicPeriod"/>
            </a:pPr>
            <a:endParaRPr lang="en-US" altLang="ko-KR" dirty="0">
              <a:latin typeface="Arial Unicode MS"/>
            </a:endParaRPr>
          </a:p>
          <a:p>
            <a:pPr marL="342900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Tip</a:t>
            </a:r>
            <a:r>
              <a:rPr lang="ko-KR" altLang="en-US" dirty="0">
                <a:latin typeface="Arial Unicode MS"/>
              </a:rPr>
              <a:t> </a:t>
            </a:r>
            <a:r>
              <a:rPr lang="en-US" altLang="ko-KR" dirty="0">
                <a:latin typeface="Arial Unicode MS"/>
              </a:rPr>
              <a:t>:</a:t>
            </a:r>
            <a:r>
              <a:rPr lang="ko-KR" altLang="en-US" dirty="0">
                <a:latin typeface="Arial Unicode MS"/>
              </a:rPr>
              <a:t> 가용 버전 확인 코드</a:t>
            </a:r>
            <a:endParaRPr lang="en-US" altLang="ko-KR" dirty="0">
              <a:latin typeface="Arial Unicode MS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latin typeface="Arial Unicode MS"/>
              </a:rPr>
              <a:t>conda search cudnn -c nvidia</a:t>
            </a:r>
          </a:p>
          <a:p>
            <a:pPr marL="800100" lvl="1" indent="-342900">
              <a:buFontTx/>
              <a:buAutoNum type="arabicPeriod"/>
            </a:pPr>
            <a:r>
              <a:rPr lang="en-US" altLang="ko-KR" dirty="0">
                <a:hlinkClick r:id="rId2"/>
              </a:rPr>
              <a:t>https://developer.nvidia.com/cuda/wsl</a:t>
            </a:r>
            <a:r>
              <a:rPr lang="en-US" altLang="ko-KR" dirty="0"/>
              <a:t> -&gt; Game Ready Driver </a:t>
            </a:r>
            <a:r>
              <a:rPr lang="ko-KR" altLang="en-US" dirty="0"/>
              <a:t>설치</a:t>
            </a:r>
            <a:endParaRPr lang="ko-KR" altLang="ko-KR" dirty="0">
              <a:latin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387149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817</Words>
  <Application>Microsoft Office PowerPoint</Application>
  <PresentationFormat>와이드스크린</PresentationFormat>
  <Paragraphs>101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Arial Unicode MS</vt:lpstr>
      <vt:lpstr>Roboto</vt:lpstr>
      <vt:lpstr>var(--devsite-code-font-family)</vt:lpstr>
      <vt:lpstr>맑은 고딕</vt:lpstr>
      <vt:lpstr>Arial</vt:lpstr>
      <vt:lpstr>Office 테마</vt:lpstr>
      <vt:lpstr>VS Code Remote 개발 환경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Taewan Gwon</dc:creator>
  <cp:lastModifiedBy>Taewan Gwon</cp:lastModifiedBy>
  <cp:revision>26</cp:revision>
  <dcterms:created xsi:type="dcterms:W3CDTF">2025-04-19T16:52:04Z</dcterms:created>
  <dcterms:modified xsi:type="dcterms:W3CDTF">2025-05-02T04:39:44Z</dcterms:modified>
</cp:coreProperties>
</file>